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MatrixDSL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8EC5E8"/>
                </a:solidFill>
                <a:latin typeface="Segoe UI"/>
              </a:rPr>
              <a:t>A Domain-Specific Language and LLVM-Based Compiler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8EC5E8"/>
                </a:solidFill>
                <a:latin typeface="Segoe UI"/>
              </a:rPr>
              <a:t>for Matrix and AI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BC4D4"/>
                </a:solidFill>
                <a:latin typeface="Segoe UI"/>
              </a:rPr>
              <a:t>BCSE307P - Compiler Design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BC4D4"/>
                </a:solidFill>
                <a:latin typeface="Segoe UI"/>
              </a:rPr>
              <a:t>Project ID: A3   |   Team 13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BC4D4"/>
                </a:solidFill>
                <a:latin typeface="Segoe UI"/>
              </a:rPr>
              <a:t>Review 1 - Initial Design, Planning and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BC4D4"/>
                </a:solidFill>
                <a:latin typeface="Segoe UI"/>
              </a:rPr>
              <a:t>Vinay A - 24BCB0131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BC4D4"/>
                </a:solidFill>
                <a:latin typeface="Segoe UI"/>
              </a:rPr>
              <a:t>Mudpe Parth Tulsidas - 24BDS0353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BC4D4"/>
                </a:solidFill>
                <a:latin typeface="Segoe UI"/>
              </a:rPr>
              <a:t>Kandi Jeevitesh Reddy - 24BCE0350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BC4D4"/>
                </a:solidFill>
                <a:latin typeface="Segoe UI"/>
              </a:rPr>
              <a:t>Shreyas Mandem - 24BCE0381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9EC8"/>
                </a:solidFill>
                <a:latin typeface="Segoe UI"/>
              </a:rPr>
              <a:t>github.com/shreyasmandem/MatrixDSL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Motivation: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A"/>
                </a:solidFill>
                <a:latin typeface="Segoe UI"/>
              </a:rPr>
              <a:t>- Matrix multiplication is THE dominant primitive in modern AI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A"/>
                </a:solidFill>
                <a:latin typeface="Segoe UI"/>
              </a:rPr>
              <a:t>- Training and inference reduce almost entirely to matrix products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A"/>
                </a:solidFill>
                <a:latin typeface="Segoe UI"/>
              </a:rPr>
              <a:t>- Hardware responded: NVIDIA tensor cores, Google TPU, Apple Neural Engine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A"/>
                </a:solidFill>
                <a:latin typeface="Segoe UI"/>
              </a:rPr>
              <a:t>- All of them compute on a fixed-size matrix TILE, not on scalars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A"/>
                </a:solidFill>
                <a:latin typeface="Segoe UI"/>
              </a:rPr>
              <a:t>- Specialised hardware creates a compiler problem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A"/>
                </a:solidFill>
                <a:latin typeface="Segoe UI"/>
              </a:rPr>
              <a:t>- A matrix instruction is useless if no compiler can target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303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77B6"/>
                </a:solidFill>
                <a:latin typeface="Consolas"/>
              </a:rPr>
              <a:t>for (i = 0; i &lt; N; i++)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77B6"/>
                </a:solidFill>
                <a:latin typeface="Consolas"/>
              </a:rPr>
              <a:t>  for (j = 0; j &lt; N; j++)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77B6"/>
                </a:solidFill>
                <a:latin typeface="Consolas"/>
              </a:rPr>
              <a:t>    for (k = 0; k &lt; N; k++)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77B6"/>
                </a:solidFill>
                <a:latin typeface="Consolas"/>
              </a:rPr>
              <a:t>      C[i][j] += A[i][k] * B[k][j];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2918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The programmer knows this is a matrix multiply.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The compiler does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Problem Statement, Scope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Problem: general-purpose languages discard matrix semantics before code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2222A"/>
                </a:solidFill>
                <a:latin typeface="Segoe UI"/>
              </a:rPr>
              <a:t>- Shape is lost - dimension errors surface at runtime, not compile time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2222A"/>
                </a:solidFill>
                <a:latin typeface="Segoe UI"/>
              </a:rPr>
              <a:t>- Matrix instructions are reachable only via fragile loop-idiom recognition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2222A"/>
                </a:solidFill>
                <a:latin typeface="Segoe UI"/>
              </a:rPr>
              <a:t>- Idiom recognition is defeated by the optimizer's own transformations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Measurable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O1  Lexer + recursive-descent parser, all productions covered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O2  Shape-aware semantic analyzer, 9 invalid cases rejected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O3  Valid LLVM IR for all 8 operations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O4  MDT backend, all 17 instructions selectable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O5  4x4 tiling up to 128x128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O6  Differential verification against host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- 8 operations, FP32, 1x1 to 256x256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Full frontend + LLVM IR + optimizer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Custom MDT target and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04040"/>
                </a:solidFill>
                <a:latin typeface="Segoe U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062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Physical processor / FPGA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Cache, pipeline, hazard modelling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Control flow and functions in source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Convolution, softmax, autodiff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Dynamic (runtime) matrix shapes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Compiler Concepts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Lexical analysis - hand-written scanner, maximal munch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Recursive descent - LL(1) after left-recursion elimination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Abstract syntax trees - typed hierarchy, shared across modules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Symbol tables - name to shape binding, scoped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Type checking - shape IS the type in MatrixDSL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Intermediate representation - LLVM IR as the module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Optimization passes - constant folding, DCE, CSE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Instruction selection - SelectionDAG, TableGen patterns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Register allocation - three disjoint classes (R/V/M)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Code generation - MachineInstr to MCInst to assembly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Loop tiling - decomposition onto fixed 4x4 hardware tiles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Existing Approaches and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34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34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09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Triton (OpenAI)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09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GPU tile programming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09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PTX / AMDGCN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099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Tile DSL to matrix HW via LLVM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854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Halide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854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Image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1854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x86/ARM/CUDA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8541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Algorithm vs schedule; retargetable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609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TVM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66090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Deep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6609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Many accelerators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6609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Tensor DSL, hardware 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36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1363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136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363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Frontend proofs passed to LLVM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Cpu0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611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Teaching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Fictional ISA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611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A"/>
                </a:solidFill>
                <a:latin typeface="Segoe UI"/>
              </a:rPr>
              <a:t>How to build a new LLVM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The gap: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Production systems (Triton, TVM, Halide) target real hardware and are far too large to read end to end.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Teaching resources show a frontend reaching LLVM IR, OR a custom backend from LLVM IR - never both,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and never with a domain-specific frontend driving a domain-specific target whose matrix registers were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co-designed with the language's matrix type.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170432"/>
            <a:ext cx="11338560" cy="420624"/>
          </a:xfrm>
          <a:prstGeom prst="rect">
            <a:avLst/>
          </a:prstGeom>
          <a:solidFill>
            <a:srgbClr val="0F77B6"/>
          </a:solidFill>
        </p:spPr>
        <p:txBody>
          <a:bodyPr wrap="none">
            <a:spAutoFit/>
          </a:bodyPr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1234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1234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Relevance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Requirements and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C++17 (GCC 11+ / Clang 14+ / MSVC 2022)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LLVM 17 or 18 - pinned across the team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CMake 3.16+, CTest, Git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No scripting-language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- 8 GB RAM minimum, 16 GB recommended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- 30 GB disk for LLVM tree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No GPU required - MDT is simulated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Test inputs (no external dataset)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- 50 valid programs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- 13 invalid programs (diagnostics)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- 15 boundary programs (1x1, 256x256, 5x7)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Reference results from a C++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91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04040"/>
                </a:solidFill>
                <a:latin typeface="Segoe UI"/>
              </a:rPr>
              <a:t>Top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576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R1 Backend complexity - phased build + direct-emitter fallback, decision point Week 8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R3 Serial dependency - RESOLVED, interfaces frozen at Review 1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R4 IR/backend drift - intrinsic contract fixed up front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- 1. Freeze interfaces FIRST - tokens, AST, MatrixType, intrinsic names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- 2. Freeze the ISA before the backend - 17 instructions, 3 register classes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- 3. Build the frontend bottom-up, each stage tested before the next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- 4. Reach LLVM IR early - validates the whole frontend contract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- 5. Build the backend in 7 phases, each independently demonstrable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A"/>
                </a:solidFill>
                <a:latin typeface="Segoe UI"/>
              </a:rPr>
              <a:t>- 6. Verify by differential testing against host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Key technical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Matrix in IR: descriptor {float*, i32, i32}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Row-major storage - rows contiguous, tiles simple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Matrix ops as reserved intrinsic calls, NOT loop nests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Tile size encoded in the name (4x4)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Tiles typed v16f32 - reuses LLVM vectors, no core patch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Non-multiples of 4 zero-padded, logical shape preserved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System Architecture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6035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MatrixDSL source (.mtx)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Lexer / Parser         Vinay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AST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Semantic Analysis        Parth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Shape + Type Check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shape-annotated AST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LLVM IR Generation       Kandi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LLVM Optimization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MDT LLVM Backend         Shreyas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+--------+--------+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|        |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Scalar  Vector   Matrix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R0-R15  V0-V7    M0-M7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|        |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+--------+--------+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MDT Assembly (.s)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MDT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One statement,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0020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C = matmul(A, B);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tokens: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IDENT ASSIGN MATMUL LPAREN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IDENT COMMA IDENT RPAREN SEMI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AST: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Assignment(Var C,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  CallExpr(matmul, [A, B]))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after sema: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resultType = 4x4, checked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LLVM IR: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call void @mdt.matmul.4x4(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  float* %C, float* %A,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  float* %B)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MDT assembly: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LOAD   M1, [R1+0]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LOAD   M2, [R2+0]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MATMUL M0, M1, M2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A1A2E"/>
                </a:solidFill>
                <a:latin typeface="Consolas"/>
              </a:rPr>
              <a:t>  STORE  M0, [R0+0]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MDT Target: Modules, ISA and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Registers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657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R0-R15   32-bit scalar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R13 SP  R14 FP  R15 RA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V0-V7    128-bit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= 4 x FP32 lanes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M0-M7    4x4 FP32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= 64 bytes per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17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3657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Scalar   ADD SUB MUL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Memory   LOAD STORE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Control  BR BEQ BNE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JMP CALL RET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Vector   VADD VMUL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Matrix   MATMUL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TRANSPOSE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RELU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Why 4x4?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002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Segoe UI"/>
              </a:rPr>
              <a:t>16 elements x 4 bytes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Segoe UI"/>
              </a:rPr>
              <a:t>= 64 bytes per register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Segoe UI"/>
              </a:rPr>
              <a:t>One MATMUL = 64 multiply-accumulates.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Segoe UI"/>
              </a:rPr>
              <a:t>Large enough to be real work, small enough to simulate.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The critical interface: how matrix operations reach the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declare void @mdt.matmul.4x4(float* %dst, float* %a, float* %b)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NOT a loop nest - an opaque call survives -O2 intact and lowers to exactly ONE MDT instruction.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Loop-idiom recognition would be defeated by the optimizer's own transformations.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Work Allocation and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338560" cy="384048"/>
          </a:xfrm>
          <a:prstGeom prst="rect">
            <a:avLst/>
          </a:prstGeom>
          <a:solidFill>
            <a:srgbClr val="0F77B6"/>
          </a:solidFill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2161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16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Review 1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Review 2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Vinay A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24BCB0131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916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Lexer, Parser, 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916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EBNF grammar, token spec,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AST hierarchy, Lexer.h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Working lexer + parser,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23 tests passing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7063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Parth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24BDS0353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770632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Semantic Analysis,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Symbol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7063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Shape rules, MatrixType.h,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SymbolTable.h, 25-case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7063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Shape checking live,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invalid programs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9624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Kandi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24BCE0350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84962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LLVM IR Gen,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49624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IR matrix representation,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intrinsic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49624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Valid IR for all 8 ops,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-O2 pipeline 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28616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Shreyas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22222A"/>
                </a:solidFill>
                <a:latin typeface="Segoe UI"/>
              </a:rPr>
              <a:t>24BCE0381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928616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MDT ISA,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LLVM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928616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Frozen ISA, TableGen .td,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WORKING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928616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MDT registered, scalar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2222A"/>
                </a:solidFill>
                <a:latin typeface="Segoe UI"/>
              </a:rPr>
              <a:t>instructions selecting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807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77"/>
                </a:solidFill>
                <a:latin typeface="Segoe UI"/>
              </a:rPr>
              <a:t>Integration is continuous, not deferred: Week 4 parser-&gt;sema, Week 6 sema-&gt;IR, Week 7 first end-to-end run, Week 9 first MDT assembly, Week 11 full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Timeline, Milestones and Review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Week            1  2  3  4  5  6  7  8  9 10 11 12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              |--|--|--|--|--|--|--|--|--|--|--|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Design          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Lexer/Parser          ######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Semantic                    ######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LLVM IR                        ######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Backend skel                      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Scalar backend                       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Vec/Mat backend                         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Tiling                                     #####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Integration                                ########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Testing                ......................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Documentation   ..........................####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Review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R1 (W2): design frozen, interfaces committed, simulator prototype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R2 (W7): frontend + sema + IR working, backend skeleton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R3 (W12): full pipeline, tiling, verification,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77"/>
                </a:solidFill>
                <a:latin typeface="Segoe UI"/>
              </a:rPr>
              <a:t>Critical path runs through the backend (W7-W10) - the longest block and the least familiar work, so it starts as early 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77"/>
                </a:solidFill>
                <a:latin typeface="Segoe UI"/>
              </a:rPr>
              <a:t>its dependencies allow and develops against hand-written LLVM IR rather than waiting for the frontend.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77"/>
                </a:solidFill>
                <a:latin typeface="Segoe UI"/>
              </a:rPr>
              <a:t>Frontend tasks carry ~2 weeks of slack; backend tasks carry none, which is why each backend phase is independently demonstrable.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Initial Progress: Proof of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Committed to the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EBNF grammar formalised, left recursion eliminated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Language spec with all shape rules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MDT ISA frozen - 17 instructions, 3 register classes, encoding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Backend design with risk mitigation and fallback path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Shared interfaces frozen: AST.h, Lexer.h, MatrixType.h, SymbolTable.h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- 33 test programs (valid / invalid / boundary)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CMake build system, C++ test runner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A"/>
                </a:solidFill>
                <a:latin typeface="Segoe UI"/>
              </a:rPr>
              <a:t>- WORKING MDT instruction-set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The simulator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3949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$ ./mdtsim matmul_4x4.s --dump M0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MDT Simulator v1.0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Loaded 12 instructions.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M0 =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[  30.00   70.00  110.00  150.00 ]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[  70.00  174.00  278.00  382.00 ]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[ 110.00  278.00  446.00  614.00 ]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  [ 150.00  382.00  614.00  846.00 ]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Executed 12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6692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The ISA is not just specified on paper - it is executable.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Risks, Expected Outcome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All / Member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04040"/>
                </a:solidFill>
                <a:latin typeface="Segoe UI"/>
              </a:rPr>
              <a:t>Risk and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R1 Backend complexity (Critical) - 7 independently demonstrable phases; MDTDirectEmitter fallback bypasses SelectionDAG entirely; decision point Week 8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R3 Serial dependency (Critical) - RESOLVED: interfaces frozen and committed at Review 1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R4 IR/backend drift (High) - intrinsic signatures fixed before either side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Expected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Complete MatrixDSL to MDT assembly compiler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All dimension errors caught at compile time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All 17 instructions selected and emitted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Tiling correct to 128x128, verified differentially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7B6"/>
                </a:solidFill>
                <a:latin typeface="Segoe UI"/>
              </a:rPr>
              <a:t>Extension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Operator fusion: relu(matmul(A,B)) into one instruction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Convolution, pooling, softmax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Mixed precision FP16 / BF16 tiles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Binary encoder, cycle-accurate simulation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MLIR dialect; FPGA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4805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Segoe UI"/>
              </a:rPr>
              <a:t>What we deliberately do NOT claim: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Segoe UI"/>
              </a:rPr>
              <a:t>MDT is not asserted to be faster than a real CPU. Without silicon or a cycle-accurate model that claim would be unfounded.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Segoe UI"/>
              </a:rPr>
              <a:t>The contribution is the compiler and backend design, and the correctness of the generated target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AABBCC"/>
                </a:solidFill>
                <a:latin typeface="Segoe UI"/>
              </a:rPr>
              <a:t>Any 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66677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Lattner &amp; Adve. LLVM: A Compilation Framework for Lifelong Program Analysis and Transformation. CGO, 2004.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LLVM Project. Writing an LLVM Backend; TableGen Overview; Target-Independent Code Generator; LangRef.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Tian, C. Tutorial: Creating an LLVM Backend for the Cpu0 Architecture.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Tillet, Kung &amp; Cox. Triton: An Intermediate Language and Compiler for Tiled Neural Network Computations. MAPL, 2019.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Ragan-Kelley et al. Halide: A Language and Compiler for Optimizing Parallelism, Locality and Recomputation. PLDI, 2013.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Chen et al. TVM: An Automated End-to-End Optimizing Compiler for Deep Learning. OSDI, 2018.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Lattner et al. MLIR: Scaling Compiler Infrastructure for Domain Specific Computation. CGO, 2021.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Jouppi et al. In-Datacenter Performance Analysis of a Tensor Processing Unit. ISCA, 2017.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Kung &amp; Leiserson. Systolic Arrays for VLSI. 1979.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Aho, Lam, Sethi &amp; Ullman. Compilers: Principles, Techniques and Tools. 2nd ed., 2006.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222A"/>
                </a:solidFill>
                <a:latin typeface="Segoe UI"/>
              </a:rPr>
              <a:t>- Goto &amp; van de Geijn. Anatomy of High-Performance Matrix Multiplication. ACM TOMS, 2008.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